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ritha Pulyala" userId="00843aabc179f1db" providerId="LiveId" clId="{FCD70822-E24A-48DF-92CC-CCE6CC9944FD}"/>
    <pc:docChg chg="addSld delSld modSld">
      <pc:chgData name="Ashritha Pulyala" userId="00843aabc179f1db" providerId="LiveId" clId="{FCD70822-E24A-48DF-92CC-CCE6CC9944FD}" dt="2025-11-11T10:58:24.683" v="55" actId="20577"/>
      <pc:docMkLst>
        <pc:docMk/>
      </pc:docMkLst>
      <pc:sldChg chg="modSp mod">
        <pc:chgData name="Ashritha Pulyala" userId="00843aabc179f1db" providerId="LiveId" clId="{FCD70822-E24A-48DF-92CC-CCE6CC9944FD}" dt="2025-11-11T10:57:17.298" v="7" actId="20577"/>
        <pc:sldMkLst>
          <pc:docMk/>
          <pc:sldMk cId="970448149" sldId="262"/>
        </pc:sldMkLst>
        <pc:spChg chg="mod">
          <ac:chgData name="Ashritha Pulyala" userId="00843aabc179f1db" providerId="LiveId" clId="{FCD70822-E24A-48DF-92CC-CCE6CC9944FD}" dt="2025-11-11T10:57:17.298" v="7" actId="20577"/>
          <ac:spMkLst>
            <pc:docMk/>
            <pc:sldMk cId="970448149" sldId="262"/>
            <ac:spMk id="2" creationId="{8D5BCD0D-4F00-1786-F2C7-50AE4E2CFAE8}"/>
          </ac:spMkLst>
        </pc:spChg>
      </pc:sldChg>
      <pc:sldChg chg="new del">
        <pc:chgData name="Ashritha Pulyala" userId="00843aabc179f1db" providerId="LiveId" clId="{FCD70822-E24A-48DF-92CC-CCE6CC9944FD}" dt="2025-11-11T10:57:36.958" v="9" actId="47"/>
        <pc:sldMkLst>
          <pc:docMk/>
          <pc:sldMk cId="1757142338" sldId="263"/>
        </pc:sldMkLst>
      </pc:sldChg>
      <pc:sldChg chg="modSp new mod">
        <pc:chgData name="Ashritha Pulyala" userId="00843aabc179f1db" providerId="LiveId" clId="{FCD70822-E24A-48DF-92CC-CCE6CC9944FD}" dt="2025-11-11T10:58:24.683" v="55" actId="20577"/>
        <pc:sldMkLst>
          <pc:docMk/>
          <pc:sldMk cId="1980435358" sldId="263"/>
        </pc:sldMkLst>
        <pc:spChg chg="mod">
          <ac:chgData name="Ashritha Pulyala" userId="00843aabc179f1db" providerId="LiveId" clId="{FCD70822-E24A-48DF-92CC-CCE6CC9944FD}" dt="2025-11-11T10:58:24.683" v="55" actId="20577"/>
          <ac:spMkLst>
            <pc:docMk/>
            <pc:sldMk cId="1980435358" sldId="263"/>
            <ac:spMk id="2" creationId="{C265EB8E-99D8-16B9-B70B-EFC484A080A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27DF9-0B8D-F524-F62A-AD1DBD442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AB1D7-C090-DDB9-5BCC-B5782E9F3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E5844-530F-62EE-62B3-2CE8D468C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4555-9AA3-4C29-84EC-D029BA1E746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55594-7E3B-2C35-A864-4D42A64A5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5A3C8-C35B-44CB-C605-4C17E187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BDF10-71AD-4255-BE3E-20F97E3AD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31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090B0-ED4E-E57D-55DA-E48E83353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FE150-2360-22E7-5CF4-B35D3AF09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AFFA5-E4C4-6055-5E77-B90AA22BA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4555-9AA3-4C29-84EC-D029BA1E746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363FE-3EAB-0F45-E1F2-86231B054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57289-7E4F-6C9E-91EA-F7F496979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BDF10-71AD-4255-BE3E-20F97E3AD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403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87870-1664-19AB-4F19-0D1247E96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6BCBD-1DD9-3A80-FD4F-0BC013AB0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90F56-5C4C-1B19-D5C3-851073C41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4555-9AA3-4C29-84EC-D029BA1E746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0BC8C-EFB6-2B7A-83C8-8F910B671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07E29-9B7B-402F-F0F1-22F1E79A0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BDF10-71AD-4255-BE3E-20F97E3AD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467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DAD82-DF58-D9D4-3475-DE871A677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0BF7B-FDBF-CEAF-EF68-E3A7374AD2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0984D-B114-15BE-4B15-E8868B1B9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67893-B7D3-B6A3-5D56-7780D6F82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4555-9AA3-4C29-84EC-D029BA1E746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B0345-4F98-4054-255D-C23625037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039BA-5D07-E95F-125D-8EBE70D03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BDF10-71AD-4255-BE3E-20F97E3AD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745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FF3ED-F2A2-3C9F-1BA7-1F2F8DF31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84BC4-A929-4CA5-E730-9D52AB749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306D57-F8CE-6721-C506-1E00C8B90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723999-54D5-D2AA-0F42-B7AAA49E58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E805C2-0BFF-FC88-6E15-EA59AE1B38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84D7E4-FE81-BCE1-B002-3D9EFD582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4555-9AA3-4C29-84EC-D029BA1E746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184863-E16B-C029-2936-8114F8D65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D2A43B-3F61-9619-0807-1AEEE777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BDF10-71AD-4255-BE3E-20F97E3AD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81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E1BE1-DFF4-D5D8-F680-6E1C43E76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F64172-F024-D963-A087-B67FFF999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4555-9AA3-4C29-84EC-D029BA1E746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29210A-233C-A6F1-02E1-89AB2A88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51C7A-A4C2-00FA-5FBB-6DF7E4FA1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BDF10-71AD-4255-BE3E-20F97E3AD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298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D350B0-B60B-FF45-4540-5E8D1357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4555-9AA3-4C29-84EC-D029BA1E746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4A013F-FD1C-A750-334A-4ABCCEE43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75459-ABCC-C21C-6F3A-0F882B61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BDF10-71AD-4255-BE3E-20F97E3AD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22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BA22D-F697-1B6D-A4C3-C0D1C1E2D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C4B77-E4D5-2FD2-23AC-7080C7ADE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D4FE3-D5C4-19DE-256B-1F9271BB6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4AF9E-ADAD-9BDF-1D5B-3D0511A34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4555-9AA3-4C29-84EC-D029BA1E746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36AFC-4009-A17D-35FF-BB7AC0E9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5808C-CE3F-0181-B63C-52E852A87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BDF10-71AD-4255-BE3E-20F97E3AD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452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34261-4C52-2AB0-D60D-A88971C0C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DEE491-ECFC-00F3-247E-BE4420556F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8CFBE-D5D9-10F1-7DA7-25E61CD53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2DA1E-F08C-BD7A-B158-2A3E2C7D6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4555-9AA3-4C29-84EC-D029BA1E746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ECA4B-FFCE-39CE-C4BC-9EC597FD7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C5BA4-EF6A-9ADC-3AE3-D6B4EA51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BDF10-71AD-4255-BE3E-20F97E3AD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01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25AD7-D361-431C-FEAB-7C582CB64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A0644-721B-B090-41C5-1E1FB5270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219D6-B748-F863-0CB1-01A64C580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4555-9AA3-4C29-84EC-D029BA1E746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4A309-E84E-7C56-F732-182645A86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BD70D-4083-43F3-0801-86148949C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BDF10-71AD-4255-BE3E-20F97E3AD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30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9CA617-67AA-000E-31AD-8D0EC97702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47227-A029-F2C6-15C2-1F70805E0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00824-6B35-C18D-ADC0-78555844B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4555-9AA3-4C29-84EC-D029BA1E746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42E73-8FA4-6BFA-B473-38A29A28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80929-EE6D-3C47-2933-9912C09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BDF10-71AD-4255-BE3E-20F97E3AD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711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795527-AFFA-9313-FD87-70F5EC7F7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06CFC-D57A-2D5C-3C4F-F762E23E0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8F276-BF53-15DE-0025-90AEC1AD3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C54555-9AA3-4C29-84EC-D029BA1E746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86ED3-231D-BAC9-CA59-174AB7EE34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3C957-E66B-072E-43D8-C8E9A5A15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BDF10-71AD-4255-BE3E-20F97E3AD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739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3C958-A977-6C13-0CD3-937F42155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17218"/>
          </a:xfrm>
        </p:spPr>
        <p:txBody>
          <a:bodyPr/>
          <a:lstStyle/>
          <a:p>
            <a:r>
              <a:rPr lang="en-IN" dirty="0"/>
              <a:t>     </a:t>
            </a:r>
            <a:r>
              <a:rPr lang="en-IN" sz="5400" dirty="0"/>
              <a:t>LIBRARY MANAGEMENT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1585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AC297-1ACE-8583-561C-84D9CEE9F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25460-AA5D-D097-F50C-A911DD2AE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4000" dirty="0" err="1"/>
              <a:t>P.Ashritha</a:t>
            </a:r>
            <a:r>
              <a:rPr lang="en-IN" sz="4000" dirty="0"/>
              <a:t>  -  2403A52229</a:t>
            </a:r>
          </a:p>
          <a:p>
            <a:r>
              <a:rPr lang="en-IN" sz="4000" dirty="0" err="1"/>
              <a:t>A.Niharika</a:t>
            </a:r>
            <a:r>
              <a:rPr lang="en-IN" sz="4000" dirty="0"/>
              <a:t>  -  2403A52234</a:t>
            </a:r>
          </a:p>
          <a:p>
            <a:r>
              <a:rPr lang="en-IN" sz="4000" dirty="0" err="1"/>
              <a:t>B.Sathvika</a:t>
            </a:r>
            <a:r>
              <a:rPr lang="en-IN" sz="4000" dirty="0"/>
              <a:t>  -  2403A52250</a:t>
            </a:r>
          </a:p>
        </p:txBody>
      </p:sp>
    </p:spTree>
    <p:extLst>
      <p:ext uri="{BB962C8B-B14F-4D97-AF65-F5344CB8AC3E}">
        <p14:creationId xmlns:p14="http://schemas.microsoft.com/office/powerpoint/2010/main" val="54637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7D442-112A-BF41-AE6D-280FA0A57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5F848-595C-19B4-4DDA-ABF385F91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effectLst/>
              </a:rPr>
              <a:t>1. Digitize manual library book issuance &amp; return process at SR University </a:t>
            </a:r>
          </a:p>
          <a:p>
            <a:pPr marL="0" indent="0">
              <a:buNone/>
            </a:pPr>
            <a:r>
              <a:rPr lang="en-US" sz="3200" dirty="0">
                <a:effectLst/>
              </a:rPr>
              <a:t>2. Reduce waiting time and human errors in library operations </a:t>
            </a:r>
          </a:p>
          <a:p>
            <a:pPr marL="0" indent="0">
              <a:buNone/>
            </a:pPr>
            <a:r>
              <a:rPr lang="en-US" sz="3200" dirty="0">
                <a:effectLst/>
              </a:rPr>
              <a:t>3. Track issued books, due dates, and overdue status in real-time </a:t>
            </a:r>
          </a:p>
          <a:p>
            <a:pPr marL="0" indent="0">
              <a:buNone/>
            </a:pPr>
            <a:r>
              <a:rPr lang="en-US" sz="3200" dirty="0">
                <a:effectLst/>
              </a:rPr>
              <a:t>4. Provide instant digital receipts on book return 5. Enable search by book title, author, or student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52394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3A304-AFD9-4DD1-92AB-EC683E6E0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14391-1629-9A28-3C60-991FD6F47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effectLst/>
              </a:rPr>
              <a:t>1. Librarians → Faster issuance, return tracking, overdue alerts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2. Students → Easy search, instant issue/return, digital receipts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3. Faculty &amp; Admin → Monitor library usage, generate reports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4. SR University Library Department → Reduce paperwork, improve efficiency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6650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651F6-7D00-3108-3B23-C61B90B98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effectLst/>
              </a:rPr>
              <a:t>Programming Languages, Tools, and Software</a:t>
            </a:r>
            <a:br>
              <a:rPr lang="en-US" sz="4800" dirty="0">
                <a:effectLst/>
              </a:rPr>
            </a:b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680D7-8CB8-E11A-3200-3BCBAF35D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effectLst/>
              </a:rPr>
              <a:t>Frontend: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• HTML5 – Structure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• CSS3 – Styling (Custom + Font Awesome)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• JavaScript (Vanilla) – Logic &amp; Interactivity</a:t>
            </a:r>
          </a:p>
          <a:p>
            <a:r>
              <a:rPr lang="en-IN" dirty="0">
                <a:effectLst/>
              </a:rPr>
              <a:t>Tools &amp; Libraries:</a:t>
            </a:r>
          </a:p>
          <a:p>
            <a:r>
              <a:rPr lang="en-IN" dirty="0">
                <a:effectLst/>
              </a:rPr>
              <a:t> • Google Fonts – Poppins •</a:t>
            </a:r>
          </a:p>
          <a:p>
            <a:r>
              <a:rPr lang="en-IN" dirty="0">
                <a:effectLst/>
              </a:rPr>
              <a:t> Font Awesome 6.5 – Icons </a:t>
            </a:r>
          </a:p>
          <a:p>
            <a:r>
              <a:rPr lang="en-IN" dirty="0">
                <a:effectLst/>
              </a:rPr>
              <a:t>• Canvas API – Confetti Animation • </a:t>
            </a:r>
          </a:p>
          <a:p>
            <a:r>
              <a:rPr lang="en-IN" dirty="0">
                <a:effectLst/>
              </a:rPr>
              <a:t>Browser Print &amp; Blob – Receipt Download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823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BCD0D-4F00-1786-F2C7-50AE4E2CF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effectLst/>
              </a:rPr>
              <a:t>        Front-end View of Web Application</a:t>
            </a:r>
            <a:br>
              <a:rPr lang="en-US" sz="4800" dirty="0">
                <a:effectLst/>
              </a:rPr>
            </a:br>
            <a:endParaRPr lang="en-IN" sz="4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951789-0730-7A50-C30F-F3B2707C0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2558" y="1825625"/>
            <a:ext cx="90668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448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5EB8E-99D8-16B9-B70B-EFC484A08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03018"/>
          </a:xfrm>
        </p:spPr>
        <p:txBody>
          <a:bodyPr/>
          <a:lstStyle/>
          <a:p>
            <a:r>
              <a:rPr lang="en-IN"/>
              <a:t>                           </a:t>
            </a:r>
            <a:r>
              <a:rPr lang="en-IN" sz="540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0435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206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     LIBRARY MANAGEMENT SYSTEM</vt:lpstr>
      <vt:lpstr>TEAM</vt:lpstr>
      <vt:lpstr>Project Objectives</vt:lpstr>
      <vt:lpstr>Stakeholders</vt:lpstr>
      <vt:lpstr>Programming Languages, Tools, and Software </vt:lpstr>
      <vt:lpstr>        Front-end View of Web Application </vt:lpstr>
      <vt:lpstr>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Ashritha Pulyala</dc:creator>
  <cp:lastModifiedBy>Ashritha Pulyala</cp:lastModifiedBy>
  <cp:revision>1</cp:revision>
  <dcterms:created xsi:type="dcterms:W3CDTF">2025-11-11T10:33:00Z</dcterms:created>
  <dcterms:modified xsi:type="dcterms:W3CDTF">2025-11-11T10:58:28Z</dcterms:modified>
</cp:coreProperties>
</file>